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3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3426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NutriTrack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Nutrition Tracking &amp; Analysis API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2423160"/>
            <a:ext cx="1828800" cy="36576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Chenxi Li</a:t>
            </a:r>
            <a:endParaRPr lang="en-US" sz="15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XJCO3011 Web Services and Web Data — Coursework 1</a:t>
            </a:r>
            <a:endParaRPr lang="en-US" sz="15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2026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3891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https://lichenxi.pythonanywhere.com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lack programmable tools to track nutrition — NutriTrack bridges this gap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daily nutritional intake is complex and tedious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tools are either too complex or not programmable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assistants cannot directly interact with nutrition databases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NutriTrack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846320" y="1554480"/>
            <a:ext cx="384048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 built on USDA SR Legacy dataset</a:t>
            </a:r>
            <a:endParaRPr lang="en-US" sz="1600" dirty="0"/>
          </a:p>
          <a:p>
            <a:pPr marL="685800" lvl="1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7,793 foods across 25 categories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search with relevance ranking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Meal logging with full CRUD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Nutritional analytics (daily/weekly/balance)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integration → AI can call the API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SQLite + MCP enables a lightweight yet fully-featured nutrition API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19202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Choice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Rationale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FastAPI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 Swagger docs, Pydantic validation, lightweight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Database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SQLite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Zero-config, portable, sufficient for ~7,800 records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SQLAlchemy 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Alembic migrations, complex query support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 (python-jose)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Stateless, RESTful-aligned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FastMCP SDK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Official Python SDK, stdio transport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299723"/>
            <a:ext cx="8229600" cy="1240746"/>
          </a:xfrm>
          <a:prstGeom prst="roundRect">
            <a:avLst>
              <a:gd name="adj" fmla="val 6250"/>
            </a:avLst>
          </a:prstGeom>
          <a:solidFill>
            <a:srgbClr val="EBF3FA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Clients / MCP Server  →  FastAPI (17 endpoints)  →  SQLite (7,793 foods + users + meals)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39319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(JWT) · Foods (search/categories) · Meals (CRUD) · Analytics (daily/weekly/balance) · User Profile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search, two-tier validation, and personalised analysis are the key design decisions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Data Models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→ Meal → MealItem → Food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Relational chain with foreign keys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84632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Search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46320" y="146304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3-level relevance ranking: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starts-with &gt; word-boundary &gt; substring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category filter (25 categories)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8229600" cy="13716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Two-Tier Input Validation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06324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reject: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values (negative weight, future dates)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warning: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"Weight 130 kg is unusually high. Please verify."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6320" y="26060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Personalised Nutrition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46320" y="306324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Mifflin-St Jeor equation for BMR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Adjusts for age, gender, height, weight, activity level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analysis: low / ok / high per nutrient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integration enables AI assistants to call all 16 API tools via natural language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MCP?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8404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Context Protocol — open standard by Anthropic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Allows AI assistants to call external tools via structured interface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stdio transport, works with Claude Desktop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601953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MCP Server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493172" y="1531620"/>
            <a:ext cx="4650828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800"/>
              </a:spcAft>
              <a:buSzPct val="100000"/>
            </a:pPr>
            <a:r>
              <a:rPr lang="en-US" sz="1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tools covering all API endpoints</a:t>
            </a:r>
            <a:endParaRPr lang="en-US" sz="1400" b="1" dirty="0"/>
          </a:p>
          <a:p>
            <a:pPr marL="285750" indent="-285750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CRUD: search, log, update, delete meals</a:t>
            </a:r>
            <a:endParaRPr lang="en-US" sz="1400" dirty="0"/>
          </a:p>
          <a:p>
            <a:pPr marL="285750" indent="-285750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Analytics: daily summary, weekly trends, balance</a:t>
            </a:r>
            <a:endParaRPr lang="en-US" sz="1400" dirty="0"/>
          </a:p>
          <a:p>
            <a:pPr marL="285750" indent="-285750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management: register, login, profile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29184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EBF3FA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40080" y="3383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Flow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User: </a:t>
            </a:r>
            <a:r>
              <a:rPr lang="en-US" sz="1500" i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"Log a lunch with chicken breast and rice"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AI calls search_food("chicken breast") → log_meal({items: [...]}) → returns confirmation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shows AI-powered meal logging through MCP + 17 Swagger endpoints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Demo (video clip)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AI searches for food → search_food tool</a:t>
            </a:r>
            <a:endParaRPr lang="en-US" sz="18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AI logs a meal → log_meal tool</a:t>
            </a:r>
            <a:endParaRPr lang="en-US" sz="18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AI shows summary → get_daily_summary tool</a:t>
            </a:r>
            <a:endParaRPr lang="en-US" sz="1800" dirty="0"/>
          </a:p>
          <a:p>
            <a:pPr marL="0" indent="0">
              <a:spcAft>
                <a:spcPts val="800"/>
              </a:spcAft>
              <a:buNone/>
            </a:pPr>
            <a:endParaRPr lang="en-US" sz="18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800" i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Desktop discovers all 16 tools automatically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 UI — 17 Endpoints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846320" y="155448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register, login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Foods: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categories, by-category, by-id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Meals: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create, list, detail, update, delete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summary, weekly trend, balance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User: </a:t>
            </a:r>
            <a:r>
              <a:rPr lang="en-US" sz="16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profile, update profile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https://lichenxi.pythonanywhere.com/docs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36576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Fully tested: </a:t>
            </a: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integration tests across 5 modules — all passed against PythonAnywhere.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Deployed: </a:t>
            </a: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PythonAnywhere free tier with custom ASGI→WSGI bridge (3 iterations to solve).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MCP-enabled: </a:t>
            </a: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tools allow AI assistants to interact with the entire API via natural language.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GenAI-assisted: </a:t>
            </a: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 + Claude Code (Opus 4.6) for planning, coding, debugging, and docs.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BB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Chenxi Li  ·  GitHub: github.com/lcx-0504/Web-Service-and-Data-CW1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659</Words>
  <Application>Microsoft Macintosh PowerPoint</Application>
  <PresentationFormat>全屏显示(16:9)</PresentationFormat>
  <Paragraphs>98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NutriTrack — Food Nutrition Tracking &amp; Analysis API</dc:title>
  <dc:subject>PptxGenJS Presentation</dc:subject>
  <dc:creator>Chenxi Li</dc:creator>
  <cp:lastModifiedBy>lcx041511_nigeria@outlook.com</cp:lastModifiedBy>
  <cp:revision>2</cp:revision>
  <dcterms:created xsi:type="dcterms:W3CDTF">2026-04-14T10:09:08Z</dcterms:created>
  <dcterms:modified xsi:type="dcterms:W3CDTF">2026-04-14T10:14:17Z</dcterms:modified>
</cp:coreProperties>
</file>